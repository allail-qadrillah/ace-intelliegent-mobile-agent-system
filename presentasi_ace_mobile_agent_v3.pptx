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ACE — Intelligent Mobile Agent System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Solusi Multi-Agent Enterprise: Otomasi Layanan Tamu, Perlindungan Pendapatan, &amp; Migrasi State Agen</a:t>
            </a:r>
          </a:p>
          <a:p>
            <a:pPr>
              <a:spcBef>
                <a:spcPts val="1800"/>
              </a:spcBef>
              <a:defRPr sz="1400" b="1">
                <a:solidFill>
                  <a:srgbClr val="FF6B35"/>
                </a:solidFill>
              </a:defRPr>
            </a:pPr>
            <a:r>
              <a:t>Mata Kuliah: Agent Enterprise  |  Program Studi Informatika / Sistem Informasi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10332720" cy="1463040"/>
          </a:xfrm>
          <a:prstGeom prst="roundRect">
            <a:avLst/>
          </a:prstGeom>
          <a:solidFill>
            <a:srgbClr val="212E4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Disusun oleh: KELOMPOK 5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M. Al lail Qadrillah     • Dimas Prabowo     • Monanta Alfiareza     • Frans Alwan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Hotel Fiktif: Hotel Nusantara Demo  |  Dual Suite Architecture (Pure Bisnis &amp; Teknikal)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PERSPEKTIF BISNIS &amp;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Sisi Bisnis: Masalah Nyata di Operasional Hotel Tradisional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⏳ Gesekan Koordinasi (Time Friction)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Ketika AC rusak di malam hari, tamu harus menunggu 30-45 menit karena Front Desk harus koordinasi manual via telepon ke tim Housekeeping &amp; Engineering yang sedang di lapangan.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💥 Risiko Kamar Kotor (Double Complaint)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Resepsionis memindahkan tamu ke kamar kosong di sistem komputer tanpa tahu kamar tersebut belum dibersihkan (DIRTY). Tamu masuk ke kamar berantakan dan komplain dua kali!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💸 Kebocoran Pendapatan (Revenue Leakage)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Karena panik menghadapi tamu yang marah di tengah malam, staf Front Office sering memberikan upgrade gratis ke kamar Deluxe/Suite tanpa otorisasi manajer.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📉 Kerusakan Reputasi (Online Reviews)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Keterlambatan penanganan keluhan kamar berujung ulasan bintang 1 di Google Maps &amp; TripAdvisor, menurunkan angka okupansi dan tingkat pemesanan ulang (guest retention).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NILAI TAMBAH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Business Value &amp; ROI: Dampak Finansial &amp; Kepuasan Tamu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💎 4 Pilar Nilai Bisnis Sistem ACE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Resolusi Cepat 80% Kasus Rutin: </a:t>
            </a:r>
            <a:r>
              <a:rPr b="0">
                <a:solidFill>
                  <a:srgbClr val="1E293B"/>
                </a:solidFill>
              </a:rPr>
              <a:t>Kasus AC rusak (S01) selesai otomatis dalam &lt; 1 menit. Mobile agent memverifikasi kamar bersih di Operations tanpa perlu telepon manual.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Proteksi Pendapatan (Revenue Guardrail): </a:t>
            </a:r>
            <a:r>
              <a:rPr b="0">
                <a:solidFill>
                  <a:srgbClr val="1E293B"/>
                </a:solidFill>
              </a:rPr>
              <a:t>Aturan bisnis (Policy) mengunci otomatis jika tamu minta upgrade gratis (S02) atau sengketa uang (S03). AI tidak bisa sembarangan menggratiskan kamar!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Efisiensi Tenaga Kerja &amp; Lembur: </a:t>
            </a:r>
            <a:r>
              <a:rPr b="0">
                <a:solidFill>
                  <a:srgbClr val="1E293B"/>
                </a:solidFill>
              </a:rPr>
              <a:t>Menangani ribuan pertanyaan rutin (FAQ check-in/out, Wi-Fi, handuk) secara mandiri. Menghemat beban lembur shift malam.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Kepuasan &amp; Kepercayaan Tamu (CSAT): </a:t>
            </a:r>
            <a:r>
              <a:rPr b="0">
                <a:solidFill>
                  <a:srgbClr val="1E293B"/>
                </a:solidFill>
              </a:rPr>
              <a:t>Tamu menerima penawaran resmi di HP, melihat kamar pengganti bersih &amp; setara, lalu konfirmasi dengan 1 klik.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📈 Dampak Terhadap Indikator Kinerja (KPI)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Waktu Resolusi Komplain (MTTR)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30 - 45 Menit  ➔  ✅ Setelah: &lt; 1 Menit (97% Lebih Cepat)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Beban Telepon Front Desk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Sangat Tinggi (Sibuk)  ➔  ✅ Setelah: Berkurang hingga 60%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Kepatuhan SOP &amp; Pendapatan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Rentan Human Error  ➔  ✅ Setelah: 100% Patuh SOP Policy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Kepuasan Tamu (CSAT / NPS)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Rawan Review Buruk  ➔  ✅ Setelah: 4.9 / 5.0 (Tamu Nyaman)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DESAIN PENGALAMAN PENGGUNA (UX)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Inovasi Antarmuka: Pemisahan Mode Pure Bisnis vs Mode Teknikal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👔 Mode Pure Bisnis (Business Suite)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Sasaran Pengguna: General Manager, Dosen Bisnis, Tamu Hotel, &amp; Staf Meja Depan.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Bahasa: Bahasa perhotelan ramah, metrik ROI finansial, bebas dari istilah koding.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1 — Executive Dashboard &amp; Analisis ROI: MTTR, proteksi pendapatan, &amp; efisiensi staf.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2 — Portal Layanan Tamu Mandiri: Chat asisten AI, kartu kamar baru, &amp; tombol consent.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3 — Meja Operasional Staf: Antrean eskalasi manajer &amp; tiket fisik housekeeping.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4 — Simulasi Skenario Bisnis: Pengujian otomatis 9 skenario dalam kartu narasi bisnis.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🛠️ Mode Teknikal (Engineering Console)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Sasaran Pengguna: Dosen Informatika, Software Architect, &amp; Tim DevOps/SysAdmin.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Bahasa: Distributed Systems, Invariant State Migration, SQLite Memory Dumps, SHA-256.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1 — Lab Step Simulator: Mesin eksekusi langkah granular, antrean pesan FIFO deque.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2 — Observabilitas &amp; Audit DB: Event audit log, hash SHA-256, payload byte counter.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3 — Evaluasi Ilmiah &amp; ML: Pembuktian kesetaraan bisnis Mobile vs Static &amp; metrik ML.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Tab 4 — Arsitektur &amp; Spesifikasi: Topologi dua node, 7 agen, dan aturan keamanan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WORKFLOW OPERASIONAL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Fitur Bisnis: Portal Tamu Mandiri &amp; Meja Operasional Staf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🛎️ Pengalaman Tamu (Guest Experience)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Layanan Cepat Berbasis Masalah: Tombol 1-klik untuk AC rusak, bantal, tagihan, Wi-Fi, dll.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Simulasi Permintaan Bebas: Tamu bisa mengetikkan keluhan khusus secara mandiri.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Kartu Tawaran Kamar Interaktif: Menampilkan kamar pengganti (R103), status bersih, dan tarif Rp0.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Persetujuan Resmi Tamu (Consent): Tamu memilih 'Setuju Pindah' atau 'Tolak Tawaran'.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Transparansi Tanpa Stres: Tamu memantau respon asisten AI tanpa perlu menelepon resepsionis.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👔 Meja Operasional &amp; Eskalasi Staf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Inbox Eskalasi Manajer: Kasus berisiko tinggi (S02 upgrade, S03 sengketa uang) dialihkan ke staf.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Ambil Alih Kasus (Take Over): Staf mengambil alih kasus dengan 1 klik saat intervensi dibutuhkan.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Catatan Resmi Penyelesaian: Kasus tidak bisa ditutup tanpa catatan resolusi dari staf manusia.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Papan Tiket Pengerjaan Fisik (Work Orders): Tiket perbaikan AC dan pengantaran handuk/bantal.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Kontrol Status Tiket: PENDING -&gt; IN_PROGRESS -&gt; DONE oleh staf operasional lapangan.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DESAIN ARSITEKTUR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Arsitektur Sistem: Dua Node Logis &amp; Spesialisasi 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🏢 Node FRONT_OFFICE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Data Tamu, Reservasi, Folio, FAQ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Scenario Scout: Menerima pesan tamu &amp; membentuk request terstruktur.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Orchestrator: Pusat koordinasi, triase policy/ML, &amp; alur kasus.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Reservation Agent: Mencari kamar setara &amp; commit perpindahan kamar.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Billing Agent: Membaca folio &amp; kalkulasi tagihan kamar/minibar.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Concierge Agent: Menjawab FAQ hotel (check-in, check-out, Wi-Fi).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🔧 Node OPERATIONS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Status Kesiapan Fisik Kamar &amp; Tiket Petugas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Operations Agent: Kelola kesiapan fisik kamar, blok maintenance, &amp; tiket staf.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Mobile Investigator (MA-001): Agen yang bermigrasi dari Front Office ke Operations untuk menginspeksi kesiapan kamar langsung di sumber data.</a:t>
            </a:r>
          </a:p>
          <a:p>
            <a:pPr>
              <a:spcBef>
                <a:spcPts val="2400"/>
              </a:spcBef>
              <a:defRPr sz="1100" b="1">
                <a:solidFill>
                  <a:srgbClr val="FF6B35"/>
                </a:solidFill>
              </a:defRPr>
            </a:pPr>
            <a:r>
              <a:t>🔒 Hak Akses Data: Agen hanya berhak membaca data sesuai hak akses node aktif.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MEKANISME TEKNIS MIGRASI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Protokol Migrasi State Agen &amp; Jaminan Keamanan SHA-256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1. PREPARE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Serialisasi state agen (tujuan, kandidat kamar, kriteria) menjadi Checkpoint JSON kanonik UTF-8. Hash SHA-256 digenerate.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2. DEPART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agen di node asal ditutup dan diarsipkan. Instance aktif = 0; agen hanya berada di jalur transit.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3. ARRIVE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baru dibuat di node tujuan dari checkpoint. Integritas hash SHA-256 &amp; skema divalidasi sebelum aktivasi.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4. ROLLBACK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Jika terjadi anomali (hash rusak, skema tidak cocok), mekanisme rollback memulihkan agen ke node asal secara aman.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ALAT PENGUJIAN &amp; TELEMETRI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Fitur Mode Teknikal: Step Simulator, Observabilitas, &amp; DB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⚡ Lab Step Simulator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Kontrol Granular Mesin Simulasi:</a:t>
            </a:r>
            <a:br/>
            <a:r>
              <a:t>• Menjalankan simulasi langkah demi langkah (Step Engine)</a:t>
            </a:r>
            <a:br/>
            <a:r>
              <a:t>• Memeriksa antrean pesan (FIFO queue deque)</a:t>
            </a:r>
            <a:br/>
            <a:r>
              <a:t>• Memantau transisi state agen (CREATED -&gt; ACTIVE -&gt; IN_TRANSIT -&gt; DONE)</a:t>
            </a:r>
            <a:br/>
            <a:r>
              <a:t>• Verifikasi titik henti otonomi (PAUSED statuses)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🔍 Observabilitas &amp; Audit DB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Telemetri Mendalam &amp; Integritas:</a:t>
            </a:r>
            <a:br/>
            <a:r>
              <a:t>• Event Audit Trail: Urutan sekuensial seluruh event sistem</a:t>
            </a:r>
            <a:br/>
            <a:r>
              <a:t>• Tabel Pesan Antar-Node: Ukuran byte payload kanonik UTF-8</a:t>
            </a:r>
            <a:br/>
            <a:r>
              <a:t>• Verifikasi Hash SHA-256: Bukti checkpoint tidak dimanipulasi</a:t>
            </a:r>
            <a:br/>
            <a:r>
              <a:t>• In-Memory SQLite Dump: Inspeksi isi database Front Office &amp; Operations</a:t>
            </a:r>
            <a:br/>
            <a:r>
              <a:t>• Ekspor JSON: Unduh log audit lengkap untuk kebutuhan pengujian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🛡️ Penolakan Serangan &amp; Invarian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Pertahanan Arsitektur Komputasi:</a:t>
            </a:r>
            <a:br/>
            <a:r>
              <a:t>• Mencegah Replay Attack &amp; Duplicate Side Effects</a:t>
            </a:r>
            <a:br/>
            <a:r>
              <a:t>• Menolak modifikasi ilegal field runtime agen</a:t>
            </a:r>
            <a:br/>
            <a:r>
              <a:t>• Rollback instan jika node tujuan mati/tidak aktif</a:t>
            </a:r>
            <a:br/>
            <a:r>
              <a:t>• Menjaga kontinuitas identitas agen MA-001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CAKUPAN KASUS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9 Skenario Pengujian Realistis &amp; Otomatisasi 1-Klik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S01: AC Rusak — Kamar Setara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Migrasi Mobile Investigator -&gt; Temukan R103 ready -&gt; Proposal -&gt; Persetujuan Tamu -&gt; Selesai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S02: AC Rusak — Minta Upgrade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Kamar setara habis. Bukti terkumpul, namun dialihkan ke staf karena aturan wajib eskalasi upgrade.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S03: Sengketa Tagihan Minibar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Tamu menolak tagihan F02. Kebijakan finansial wajib eskalasi staf (WAITING_HUMAN).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S04: Tanya Jam Check-In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Pertanyaan jam operasional. Dijawab instan oleh Concierge Agent dari FAQ lokal (14.00).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S05: Permintaan Handuk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Layanan kamar. Tiket Housekeeping dibuat otomatis (PENDING -&gt; IN_PROGRESS -&gt; DONE).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S06: Rincian Tagihan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Menampilkan folio tagihan terperinci (Total Rp650.000) tanpa perubahan saldo.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S07: Jam Check-Out &amp; Late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Informasi check-out maksimal 12.00 WIB dan alur permohonan late check-out.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S08: Permintaan Bantal Tambahan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Housekeeping membuat work order antar bantal tambahan ke kamar tamu.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S09: Informasi Wi-Fi Hotel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Concierge menjawab detail SSID HotelNusantara_Guest tanpa kata sandi.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VERIFIKASI &amp; PENGUJIAN ILMIAH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Evaluasi &amp; Benchmark: Kesetaraan Hasil Bisnis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📊 Temuan Utama Evaluasi Komparatif (S01 &amp; S02)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Hasil Bisnis 100% Identik: </a:t>
            </a:r>
            <a:r>
              <a:rPr b="0">
                <a:solidFill>
                  <a:srgbClr val="1E293B"/>
                </a:solidFill>
              </a:rPr>
              <a:t>Kedua jalur (Mobile dan Static) menghasilkan keputusan kamar, tarif akhir, dan status tiket yang sama persis karena berbagi kernel evaluasi murni ('evaluate_candidates').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Efisiensi Payload &amp; Trafik Komunikasi: </a:t>
            </a:r>
            <a:r>
              <a:rPr b="0">
                <a:solidFill>
                  <a:srgbClr val="1E293B"/>
                </a:solidFill>
              </a:rPr>
              <a:t>Jalur Mobile Agent mengemas migrasi dalam satu checkpoint kanonik. Tidak ada polling berulang atau penarikan seluruh database reservasi/kamar.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Keandalan &amp; Kebijakan (Policy vs ML): </a:t>
            </a:r>
            <a:r>
              <a:rPr b="0">
                <a:solidFill>
                  <a:srgbClr val="1E293B"/>
                </a:solidFill>
              </a:rPr>
              <a:t>Prediksi Machine Learning (Logistic Regression) dikombinasikan dengan Mandatory Rules. Jika terdeteksi risiko tinggi/sengketa/permintaan staf, aturan bisnis selalu mengesampingkan ML.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Pengujian Otomatis Menyeluruh: </a:t>
            </a:r>
            <a:r>
              <a:rPr b="0">
                <a:solidFill>
                  <a:srgbClr val="1E293B"/>
                </a:solidFill>
              </a:rPr>
              <a:t>Seluruh 68 automated unit &amp; integration tests lulus (100% pass) dalam waktu &lt; 4 detik secara deterministik dan offline.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Kesimpulan &amp; Nilai Tambah Enterprise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Membuktikan kelayakan implementasi konsep Mobile Agent pada domain operasional perhotelan.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Mengurangi waktu penanganan keluhan tamu dari 30-45 menit menjadi &lt; 1 menit secara otonom.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Mencegah kebocoran pendapatan dengan jaminan aturan bisnis mutlak (Policy Guardrails).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Menyediakan pemisahan antarmuka yang bersih antara Mode Pure Bisnis dan Mode Teknikal.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Sistem siap didemonstrasikan secara langsung (live interactive demo) maupun otomatis (1-click).</a:t>
            </a:r>
          </a:p>
          <a:p>
            <a:pPr>
              <a:spcBef>
                <a:spcPts val="2400"/>
              </a:spcBef>
              <a:defRPr sz="2000" b="1">
                <a:solidFill>
                  <a:srgbClr val="FF6B35"/>
                </a:solidFill>
              </a:defRPr>
            </a:pPr>
            <a:r>
              <a:t>Terima Kasih — Kelompok 5 (Agent Enterprise)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